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8"/>
  </p:handout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5"/>
        <p:guide pos="383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5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840105" y="642620"/>
            <a:ext cx="10535285" cy="47675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现有问题（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Villain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）：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背景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DeepSeek-R1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等模型需要超长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CoT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痛点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1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（显存气泡）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：同步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GRPO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训练受限于最长样本，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UloRL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提出的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Segment Rollout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虽然通过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切片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解决了这个问题，但它是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静态切片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（固定长度，如每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1024 token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切一次）。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痛点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2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（无效计算）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：在分段生成中，很多组（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Group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）内的样本在第一个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Segment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其实就已经跑偏了（出现幻觉或逻辑错误），或者已经完全收敛（复读机）。继续对这些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Segment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进行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是纯粹的算力浪费（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VADE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的观点）。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痛点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3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（训练干扰）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：对这些错误的中间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Segment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进行训练，会引入噪声（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DMMPTs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的观点）。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你的洞察（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The Insight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）：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核心假设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：在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GRPO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Group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生成中，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好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的轨迹往往是相似的，而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坏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的轨迹各有各的坏法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，且坏的轨迹往往在早期就能通过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组内统计特征（方差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熵）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被识别出来。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6905" y="407035"/>
            <a:ext cx="7894955" cy="47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597150" y="882015"/>
            <a:ext cx="3175" cy="636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054350" y="1057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选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Prompt 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假设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n=64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7055" y="1714500"/>
            <a:ext cx="5818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根据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History Prompt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的长度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对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Prompt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进行排序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1400810" y="2168525"/>
            <a:ext cx="840105" cy="630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2905125" y="2168525"/>
            <a:ext cx="975995" cy="630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33400" y="2914015"/>
            <a:ext cx="1610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正常的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rollout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49600" y="2915285"/>
            <a:ext cx="2939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启动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segment rollout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4077335" y="3334385"/>
            <a:ext cx="13970" cy="664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359150" y="4262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动态的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segment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长度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59150" y="4895215"/>
            <a:ext cx="2729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判断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segment rollout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质量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左大括号 14"/>
          <p:cNvSpPr/>
          <p:nvPr/>
        </p:nvSpPr>
        <p:spPr>
          <a:xfrm>
            <a:off x="7542530" y="4425315"/>
            <a:ext cx="352425" cy="133540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14335" y="4154170"/>
            <a:ext cx="2261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in context Branching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降低梯度权重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14335" y="5421630"/>
            <a:ext cx="3155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直接丢弃或者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读取新的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prompt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（不是同步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?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432550" y="4895215"/>
            <a:ext cx="1109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Times New Roman" panose="02020603050405020304" charset="0"/>
                <a:sym typeface="+mn-ea"/>
              </a:rPr>
              <a:t>组内剪枝</a:t>
            </a:r>
            <a:endParaRPr lang="zh-CN" altLang="en-US" b="1">
              <a:latin typeface="Times New Roman" panose="02020603050405020304" charset="0"/>
              <a:sym typeface="+mn-ea"/>
            </a:endParaRPr>
          </a:p>
        </p:txBody>
      </p:sp>
      <p:cxnSp>
        <p:nvCxnSpPr>
          <p:cNvPr id="21" name="直接箭头连接符 20"/>
          <p:cNvCxnSpPr>
            <a:stCxn id="14" idx="3"/>
            <a:endCxn id="20" idx="1"/>
          </p:cNvCxnSpPr>
          <p:nvPr/>
        </p:nvCxnSpPr>
        <p:spPr>
          <a:xfrm>
            <a:off x="6089015" y="5079365"/>
            <a:ext cx="3435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0" idx="2"/>
            <a:endCxn id="20" idx="2"/>
          </p:cNvCxnSpPr>
          <p:nvPr/>
        </p:nvCxnSpPr>
        <p:spPr>
          <a:xfrm rot="5400000" flipV="1">
            <a:off x="3172460" y="1448435"/>
            <a:ext cx="1981200" cy="5648325"/>
          </a:xfrm>
          <a:prstGeom prst="bentConnector3">
            <a:avLst>
              <a:gd name="adj1" fmla="val 14620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275" y="943610"/>
            <a:ext cx="11890375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挑战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1</a:t>
            </a: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：如何支持异步权重同步？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异步拉取权重会争抢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显存和计算资源。需要在不增加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显存负担、不阻塞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 Actor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训练的情况下实现同步。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挑战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2</a:t>
            </a: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：如何解决单体采样模型内的长尾问题？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当某个采样副本只剩下极少数长尾轨迹时，利用率依然很低。我们需要一种动态机制将这些零散轨迹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重新打包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整合。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挑战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3</a:t>
            </a: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：如何确保大规模训练的健壮性？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在千卡规模下，硬件故障不可避免。我们需要隔离组件故障，避免单点失败导致整个任务重启。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5885" y="3622040"/>
            <a:ext cx="11919585" cy="3009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一、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监控长尾问题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传统的做法是看“剩余请求数”，但这需要手动设阈值（这种方法需要大量离线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Profiling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且难以适应动态变化）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选择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 KVCache 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的原因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LLM 的解码（Decoding）过程是内存受限（Memory-bound）的，KVCache 容量是限制并行解码 Batch Size 的主要瓶颈 。当 Batch Size 很小（即长尾阶段）时，解码延迟与较大 Batch Size 时几乎相同，导致 GPU 计算资源浪费 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监控逻辑（生命周期分析）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Laminar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观察到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KVCache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使用率呈现特定的生命周期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上升期：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随着生成开始，使用率迅速上升至阈值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$C_{max}$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（例如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99%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稳定期：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只要还有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等待中的轨迹（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Waiting Trajectories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，新任务会填补空缺，使用率保持在峰值。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下降期：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当没有等待中的任务，且运行中的任务逐渐完成时，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KVCache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使用率开始下降。这个下降阶段即标志着节点进入了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长尾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或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闲置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状态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8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645" y="1824355"/>
            <a:ext cx="5735955" cy="21837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275" y="51435"/>
            <a:ext cx="1083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Laminar: A Scalable Asynchronous RL Post-Training Framework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4625" y="807720"/>
            <a:ext cx="11846560" cy="1594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判定长尾/闲置的具体标准Rollout Manager 判定一个节点“陷入长尾问题”（即可以被 Repack/合并）需同时满足以下两个条件：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处于下降阶段： 当前 KVCache 使用率（C_{used}）不再增加，且低于最大阈值（C_{max}）。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任务数低于 Roofline 阈值：剩余的正在生成的轨迹数量（N_{reqs}）小于设定的上限 B。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B的定义： B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是基于 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Roofline Model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计算出的 Batch Size 上限。当 Batch Size 小于B时，解码操作完全受内存带宽限制，增加 Batch Size 几乎不会增加延迟。因此，运行少于 B 个任务被视为“GPU 未充分利用” 。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但论文没给出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的计算公式。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1155" y="2607310"/>
            <a:ext cx="4999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Roofline Model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，计</a:t>
            </a:r>
            <a:r>
              <a:rPr lang="zh-CN" altLang="en-US" sz="1400"/>
              <a:t>算机系统性能分析模型</a:t>
            </a:r>
            <a:endParaRPr lang="zh-CN" altLang="en-US" sz="1400"/>
          </a:p>
          <a:p>
            <a:endParaRPr lang="zh-CN" altLang="en-US" sz="14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6209" t="8287" r="5658" b="8306"/>
          <a:stretch>
            <a:fillRect/>
          </a:stretch>
        </p:blipFill>
        <p:spPr>
          <a:xfrm>
            <a:off x="3388360" y="3051810"/>
            <a:ext cx="5415280" cy="37198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754495" y="6407150"/>
            <a:ext cx="52673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FLOPs / Byte: 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每从内存搬运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 1 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字节数据，能进行多少次浮点运算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44320" y="3855085"/>
            <a:ext cx="2750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FLOPs/s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。即每秒进行的浮点运算次数。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275" y="51435"/>
            <a:ext cx="1083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Laminar: A Scalable Asynchronous RL Post-Training Framework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4625" y="570230"/>
            <a:ext cx="11910695" cy="1329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二、处理长尾问题</a:t>
            </a: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</a:rPr>
              <a:t>——Repack Mechanism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Source Rollouts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那些被判定为处于长尾阶段、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GPU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未跑满的副本，它们是需要被清空并释放的对象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Destination Rollouts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同样处于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处于长尾阶段、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GPU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未跑满的副本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，但被选作容器来接收来自源副本的任务，以便将它们打包成效率更高的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Batch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</a:rPr>
              <a:t>执行最佳拟合算法 (Best-Fit Algorithm)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645" y="1921510"/>
            <a:ext cx="5207635" cy="482409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5900" y="3035300"/>
            <a:ext cx="6024245" cy="2641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37960" y="298323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长尾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replicas</a:t>
            </a:r>
            <a:endParaRPr lang="zh-CN" altLang="en-US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6860" y="3307715"/>
            <a:ext cx="3652520" cy="1892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99710" y="3307715"/>
            <a:ext cx="61029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KVcache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越小的副本</a:t>
            </a:r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优先被移动</a:t>
            </a:r>
            <a:endParaRPr lang="zh-CN" altLang="en-US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5900" y="4902200"/>
            <a:ext cx="5138420" cy="34099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3855" y="4902200"/>
            <a:ext cx="65773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如果对当前</a:t>
            </a:r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，有多个满足</a:t>
            </a:r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CanFit() 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条件的副本，则采用移动后</a:t>
            </a:r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KVcache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最大的</a:t>
            </a:r>
            <a:endParaRPr lang="zh-CN" altLang="en-US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275" y="51435"/>
            <a:ext cx="1083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Laminar: A Scalable Asynchronous RL Post-Training Framework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4625" y="917575"/>
            <a:ext cx="11846560" cy="633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二、处理长尾问题</a:t>
            </a: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</a:rPr>
              <a:t>——Repack Mechanism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510" y="1699260"/>
            <a:ext cx="8547735" cy="41516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37490" y="6257290"/>
            <a:ext cx="1128649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把Unfinished Trajectories的计算状态（Context）和数据（KV Cache）从一个进程（Source Rollout）迁移到另一个进程（Destination Rollout）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275" y="51435"/>
            <a:ext cx="1083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Laminar: A Scalable Asynchronous RL Post-Training Framework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9565" y="838200"/>
            <a:ext cx="1141603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推测解码：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不是消除长尾问题，而是利用处理长尾问题时空余的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GPU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算力，训练一个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论文要求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rollout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train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必须是同步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985" y="2359025"/>
            <a:ext cx="10854690" cy="40646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58035" y="1773555"/>
            <a:ext cx="3342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为了减少</a:t>
            </a:r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CPU 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启动内核的开销，系统预先捕获了针对不同推测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解码配置的</a:t>
            </a:r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CUDA Graphs</a:t>
            </a:r>
            <a:endParaRPr lang="en-US" altLang="zh-CN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17585" y="1835150"/>
            <a:ext cx="2456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需要</a:t>
            </a:r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的推测解码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策略</a:t>
            </a:r>
            <a:endParaRPr lang="zh-CN" altLang="en-US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基于规则的推测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解码策略</a:t>
            </a:r>
            <a:endParaRPr lang="zh-CN" altLang="en-US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28030" y="2295525"/>
            <a:ext cx="1834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只有小batch时才开启SD</a:t>
            </a:r>
            <a:endParaRPr lang="zh-CN" altLang="en-US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2575" y="802640"/>
            <a:ext cx="11603990" cy="5405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BEG-MAB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自动调优算法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分桶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Epsilon-Greedy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多臂老虎机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(Bucketed $\epsilon$-Greedy MAB)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维护了多个推测解码策略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无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的：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论文观察到：同一个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Prompt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生成的这些回答，往往具有高度的相似性。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维护一个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n-gram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数据库，在当前这一轮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中，针对特定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Prompt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，所有跑得快的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Worker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已经生成的文本里，每一个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“n-gram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窗口（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Key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和它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紧接着的后续内容（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Value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的映射对。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基于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的：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当目标模型生成了一个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后，草稿模型接管控制权。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树状预测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(Tree-based Prediction)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：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它不是只猜一条路，而是基于当前的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Embedding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，快速向未来预测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Draft_Depth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步（比如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4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步）。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基于什么分叉：在每一步，它基于自己的置信度分数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(Token Probability)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，保留前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topK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个最可能的词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产出：它生成一棵包含多条路径的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树（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Candidate Tree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），而不是一句话。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提交验证：它把这棵树打包（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TreeVerify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），交还给目标模型。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并行验证：目标模型看一眼这棵树，并行计算所有节点的概率，告诉草稿模型：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这几个是对的，那几个是错的。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结果：被接受的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直接成为最终结果。如果只接受了一部分，草稿模型就从断掉的地方继续下一轮预测。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2575" y="802640"/>
            <a:ext cx="11556365" cy="4996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BEG-MAB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自动调优算法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分桶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Epsilon-Greedy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多臂老虎机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(Bucketed $\epsilon$-Greedy MAB)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维护了多个推测解码策略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无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的：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论文观察到：同一个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Prompt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生成的这些回答，往往具有高度的相似性。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维护一个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n-gram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数据库，在当前这一轮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中，针对特定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Prompt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，所有跑得快的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Worker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已经生成的文本里，每一个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“n-gram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窗口（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Key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和它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紧接着的后续内容（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Value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的映射对。</a:t>
            </a:r>
            <a:endParaRPr lang="zh-CN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基于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的：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当目标模型生成了一个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后，草稿模型接管控制权。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树状预测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 (Tree-based Prediction)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：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它不是只猜一条路，而是基于当前的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Embedding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，快速向未来预测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Draft_Depth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步（比如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4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步）。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基于什么分叉：在每一步，它基于自己的置信度分数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(Token Probability)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，保留前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topK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个最可能的词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产出：它生成一棵包含多条路径的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树（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Candidate Tree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），而不是一句话。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提交验证：它把这棵树打包（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TreeVerify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），交还给目标模型。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并行验证：目标模型看一眼这棵树，并行计算所有节点的概率，告诉草稿模型：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这几个是对的，那几个是错的。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结果：被接受的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直接成为最终结果。如果只接受了一部分，草稿模型就从断掉的地方继续下一轮预测。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43843"/>
          <a:stretch>
            <a:fillRect/>
          </a:stretch>
        </p:blipFill>
        <p:spPr>
          <a:xfrm>
            <a:off x="26035" y="835025"/>
            <a:ext cx="6271260" cy="54095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57411"/>
          <a:stretch>
            <a:fillRect/>
          </a:stretch>
        </p:blipFill>
        <p:spPr>
          <a:xfrm>
            <a:off x="6332220" y="941070"/>
            <a:ext cx="5852160" cy="38284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" y="671830"/>
            <a:ext cx="5149215" cy="3175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4013835"/>
            <a:ext cx="5096510" cy="21367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300" y="675005"/>
            <a:ext cx="4516120" cy="34315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300" y="4166235"/>
            <a:ext cx="4459605" cy="25920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8810" y="1472565"/>
            <a:ext cx="11035030" cy="2249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虽然项目本身是基于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verl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进行修改的，但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RL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算法逻辑（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Loss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计算、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Reward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计算）：修改量极小，基本复用。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调度与通信（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Coordinator, ZeroMQ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）：新增代码量中等，主要是逻辑控制。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推理引擎（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SGLang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集成、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CUDAGraph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策略、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MAB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算法）：修改量大，需要深入修改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阶段的底层代码。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草稿训练（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Spot Trainer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）：新增代码量大，相当于嵌入了一个独立的训练程序。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History Rhymes: Accelerating LLM Reinforcement Learning with RhymeRL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4005" y="852805"/>
            <a:ext cx="11436985" cy="2011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Rollout 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阶段是性能瓶颈，其根本原因在于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 LLM 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的自回归（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Autoregressive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）解码机制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。在标准解码流程中，生成每一个新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都需要模型完整地进行一次前向传播，这其中包含了对庞大的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KV Cache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的读操作。因此，解码过程的效率瓶颈并非来自于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的计算能力，而是内存带宽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(Memory Bandwidth)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。这种逐个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生成的串行模式，极大地限制了硬件资源的利用率。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​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推测解码（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Speculative Decoding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）是一种旨在打破这一瓶颈的通用加速技术。其核心思想是将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生成过程从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一次生成一个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转变为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一次验证多个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7010" y="2807335"/>
            <a:ext cx="6697345" cy="38804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History Rhymes: Accelerating LLM Reinforcement Learning with RhymeRL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4854</Words>
  <Application>WPS 演示</Application>
  <PresentationFormat>宽屏</PresentationFormat>
  <Paragraphs>147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星月雨雪</cp:lastModifiedBy>
  <cp:revision>159</cp:revision>
  <dcterms:created xsi:type="dcterms:W3CDTF">2019-06-19T02:08:00Z</dcterms:created>
  <dcterms:modified xsi:type="dcterms:W3CDTF">2026-01-16T01:46:19Z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4C44014213034DBAB321F132E58E9243_11</vt:lpwstr>
  </property>
</Properties>
</file>