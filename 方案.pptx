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5"/>
        <p:guide pos="383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文本框 23"/>
          <p:cNvSpPr txBox="1"/>
          <p:nvPr/>
        </p:nvSpPr>
        <p:spPr>
          <a:xfrm>
            <a:off x="840105" y="642620"/>
            <a:ext cx="10535285" cy="47675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现有问题（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The Villain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）：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背景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DeepSeek-R1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等模型需要超长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CoT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痛点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1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（显存气泡）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：同步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GRPO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训练受限于最长样本，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UloRL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提出的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Segment Rollout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虽然通过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“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切片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”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解决了这个问题，但它是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静态切片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（固定长度，如每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1024 token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切一次）。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痛点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2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（无效计算）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：在分段生成中，很多组（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Group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）内的样本在第一个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Segment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其实就已经跑偏了（出现幻觉或逻辑错误），或者已经完全收敛（复读机）。继续对这些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Segment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进行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Rollout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是纯粹的算力浪费（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VADE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的观点）。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痛点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3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（训练干扰）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：对这些错误的中间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Segment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进行训练，会引入噪声（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DMMPTs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的观点）。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你的洞察（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The Insight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）：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核心假设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：在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GRPO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Group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生成中，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“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好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”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的轨迹往往是相似的，而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“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坏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”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的轨迹各有各的坏法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，且坏的轨迹往往在早期就能通过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组内统计特征（方差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/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熵）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被识别出来。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36905" y="407035"/>
            <a:ext cx="7894955" cy="474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>
            <a:off x="2597150" y="882015"/>
            <a:ext cx="3175" cy="6362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3054350" y="10572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选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Prompt 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假设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n=64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7055" y="1714500"/>
            <a:ext cx="58185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根据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History Prompt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的长度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对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Prompt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进行排序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 flipH="1">
            <a:off x="1400810" y="2168525"/>
            <a:ext cx="840105" cy="6305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8"/>
          <p:cNvCxnSpPr/>
          <p:nvPr/>
        </p:nvCxnSpPr>
        <p:spPr>
          <a:xfrm>
            <a:off x="2905125" y="2168525"/>
            <a:ext cx="975995" cy="6305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533400" y="2914015"/>
            <a:ext cx="1610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正常的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rollout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149600" y="2915285"/>
            <a:ext cx="29394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启动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segment rollout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077335" y="3334385"/>
            <a:ext cx="13970" cy="6642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359150" y="42627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动态的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segment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长度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359150" y="4895215"/>
            <a:ext cx="2729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判断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segment rollout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质量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左大括号 14"/>
          <p:cNvSpPr/>
          <p:nvPr/>
        </p:nvSpPr>
        <p:spPr>
          <a:xfrm>
            <a:off x="7542530" y="4425315"/>
            <a:ext cx="352425" cy="133540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014335" y="4154170"/>
            <a:ext cx="22618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in context Branching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降低梯度权重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014335" y="5421630"/>
            <a:ext cx="31559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直接丢弃或者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读取新的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prompt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（不是同步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?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）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432550" y="4895215"/>
            <a:ext cx="1109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Times New Roman" panose="02020603050405020304" charset="0"/>
                <a:sym typeface="+mn-ea"/>
              </a:rPr>
              <a:t>组内剪枝</a:t>
            </a:r>
            <a:endParaRPr lang="zh-CN" altLang="en-US" b="1">
              <a:latin typeface="Times New Roman" panose="02020603050405020304" charset="0"/>
              <a:sym typeface="+mn-ea"/>
            </a:endParaRPr>
          </a:p>
        </p:txBody>
      </p:sp>
      <p:cxnSp>
        <p:nvCxnSpPr>
          <p:cNvPr id="21" name="直接箭头连接符 20"/>
          <p:cNvCxnSpPr>
            <a:stCxn id="14" idx="3"/>
            <a:endCxn id="20" idx="1"/>
          </p:cNvCxnSpPr>
          <p:nvPr/>
        </p:nvCxnSpPr>
        <p:spPr>
          <a:xfrm>
            <a:off x="6089015" y="5079365"/>
            <a:ext cx="343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肘形连接符 21"/>
          <p:cNvCxnSpPr>
            <a:stCxn id="10" idx="2"/>
            <a:endCxn id="20" idx="2"/>
          </p:cNvCxnSpPr>
          <p:nvPr/>
        </p:nvCxnSpPr>
        <p:spPr>
          <a:xfrm rot="5400000" flipV="1">
            <a:off x="3172460" y="1448435"/>
            <a:ext cx="1981200" cy="5648325"/>
          </a:xfrm>
          <a:prstGeom prst="bentConnector3">
            <a:avLst>
              <a:gd name="adj1" fmla="val 14620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596</Words>
  <Application>WPS 演示</Application>
  <PresentationFormat>宽屏</PresentationFormat>
  <Paragraphs>30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Times New Roman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星月雨雪</cp:lastModifiedBy>
  <cp:revision>157</cp:revision>
  <dcterms:created xsi:type="dcterms:W3CDTF">2019-06-19T02:08:00Z</dcterms:created>
  <dcterms:modified xsi:type="dcterms:W3CDTF">2025-12-30T11:17:25Z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4C44014213034DBAB321F132E58E9243_11</vt:lpwstr>
  </property>
</Properties>
</file>